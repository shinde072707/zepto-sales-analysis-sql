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437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2B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Zepto Sales Analysis using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Business Questions (Basic)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1. </a:t>
            </a:r>
            <a:r>
              <a:rPr dirty="0"/>
              <a:t>Found Top 10 Best-Value Products based on Discount Percentage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2. Identified High-MRP Products currently Out of Stock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3. Estimated Potential Revenue for each Product Category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4. Filtered Expensive Products (MRP &gt; ₹500) with Minimal Discounts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188720"/>
            <a:ext cx="2194560" cy="4389120"/>
          </a:xfrm>
          <a:prstGeom prst="round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C2BD9"/>
                </a:solidFill>
              </a:defRPr>
            </a:pPr>
            <a:r>
              <a:rPr dirty="0" smtClean="0"/>
              <a:t>ZEPTO</a:t>
            </a:r>
            <a:r>
              <a:rPr lang="en-US" dirty="0" smtClean="0"/>
              <a:t> SALES</a:t>
            </a:r>
          </a:p>
          <a:p>
            <a:pPr algn="ctr">
              <a:defRPr sz="2600" b="1">
                <a:solidFill>
                  <a:srgbClr val="6C2BD9"/>
                </a:solidFill>
              </a:defRPr>
            </a:pPr>
            <a:r>
              <a:rPr lang="en-US" dirty="0" smtClean="0"/>
              <a:t>ANALYSIS</a:t>
            </a:r>
            <a:r>
              <a:rPr dirty="0"/>
              <a:t/>
            </a:r>
            <a:br>
              <a:rPr dirty="0"/>
            </a:br>
            <a:r>
              <a:rPr dirty="0"/>
              <a:t>SQL</a:t>
            </a:r>
            <a:br>
              <a:rPr dirty="0"/>
            </a:br>
            <a:r>
              <a:rPr dirty="0"/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1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Zepto Sales Analysis using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Business Questions (Advanced)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5. Ranked Top 5 Categories offering Highest Average Discounts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6. Calculated Price per Gram to identify Value-for-Money Products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7. Grouped Products into Low, Medium, and Bulk Weight Categories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8. Measured Total Inventory Weight per Product Category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188720"/>
            <a:ext cx="2194560" cy="4389120"/>
          </a:xfrm>
          <a:prstGeom prst="round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C2BD9"/>
                </a:solidFill>
              </a:defRPr>
            </a:pPr>
            <a:r>
              <a:rPr lang="en-US" dirty="0" smtClean="0"/>
              <a:t>ZEPTO SALES</a:t>
            </a:r>
          </a:p>
          <a:p>
            <a:pPr algn="ctr">
              <a:defRPr sz="2600" b="1">
                <a:solidFill>
                  <a:srgbClr val="6C2BD9"/>
                </a:solidFill>
              </a:defRPr>
            </a:pPr>
            <a:r>
              <a:rPr lang="en-US" dirty="0" smtClean="0"/>
              <a:t>ANALYSIS</a:t>
            </a:r>
            <a:br>
              <a:rPr lang="en-US" dirty="0" smtClean="0"/>
            </a:br>
            <a:r>
              <a:rPr lang="en-US" dirty="0" smtClean="0"/>
              <a:t>SQL</a:t>
            </a:r>
            <a:br>
              <a:rPr lang="en-US" dirty="0" smtClean="0"/>
            </a:br>
            <a:r>
              <a:rPr lang="en-US" dirty="0" smtClean="0"/>
              <a:t>PROJECT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111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2026-07-04T18:44:20Z</dcterms:modified>
  <cp:category/>
</cp:coreProperties>
</file>